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1" r:id="rId5"/>
    <p:sldId id="262" r:id="rId6"/>
    <p:sldId id="26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3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2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C06CC-8989-45E9-9CBA-F4EB43421F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4D2ADB-B322-4A23-8CB8-54C5CA2D1A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1CCBEF-0F95-4D79-9120-8B7184D97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D81FF4-1F21-464C-AB6D-14AD68997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28C222-395E-4647-9B2B-C32F2C623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66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40393-CD25-4AAD-A4F7-D998AF4D3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11DF6-1729-4466-B11F-45323B9BF5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EE35F4-95B3-4F04-A014-671D533E7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A75B52-3426-40D9-9061-AACD9CAD3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803D1B-68EC-4935-A098-D3E609096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502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E499F-1EDD-4187-9EAB-060B67A25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EA5567-9E94-4AA3-AB3C-C9BB4D5875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44507-CB1B-45E8-B9BC-4C7FCDAC7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7D558E-A1FC-422A-B21A-C387F29B1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E604C5-6482-4281-9DA2-44FB6B06A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437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C1175-F3DA-47A2-961C-7BFBA82C3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FC690-4AC0-4F70-AC75-E831DD5B6B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832B9E-21D0-4A7E-865C-36E7EB8CA7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B1183-66A7-44BD-A542-82536C112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BCF1BE-2365-4469-8342-2AC3A0FB2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D22835-4005-4901-B74B-1768D23C4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374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88AD2-B55E-4C4A-9B44-EF0F919A7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33032-D900-49EF-89FB-04E251365A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4F774A-AE30-4AA1-B4E8-61B8D1E6B3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EFF342-DD5A-474A-96D8-1D96EE8152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241F7E-7CC7-40E5-A690-93CFC5E393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188E9E-21D6-4E90-B507-876544FF4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4F36AD-6D50-4404-BA61-FDD365EF9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FA4D96-C7F1-44EC-9067-50352111B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936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E2544-B01F-4A04-BAE1-75E68ABA6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41B370-C6E4-4F19-A437-687A5A4A6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DA8E5A-FDC8-4C61-B5CE-08FB6934F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63E6EC-10C7-4420-A43D-67A3C5F1B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596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0EBBAB-9521-4571-8AFB-C384872C5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B87F55-4F38-4E47-A300-58A9CDDB5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2FB973-1CD9-4053-977F-7C41DD64E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674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AA612-5D41-4BDC-98E8-15EF770A6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D9FC1-549D-421B-A6F5-1C191F180F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D6D952-B4BB-454A-959F-5993561DEC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32B216-C243-4E32-9665-C19F0EB77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F3F664-8DB2-42D5-BE34-12AC45D6B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CA020A-B863-4E47-85F4-2CC1EB02B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630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9D3D9-D5DC-4D58-8566-C1721F9DA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FD1ABF-DF47-4F7F-9526-323301095B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BD9E5A-47F3-40F6-B808-65F47D3694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DE865E-1736-4BED-8291-5BAA50248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2CA010-0A80-4215-982B-79D721101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640A04-16C7-41A6-B145-4BB6505B8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728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D4D18-6291-459F-829C-7F2FFB7E8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560427-CEBE-4C22-9511-CE31FB9348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64319-3D25-4B47-8303-86080C8BC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569AD-2859-4B56-9DF9-DE66B6948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1B990-4269-4A38-9602-5681E047F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4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806A27-0046-40C8-9A52-27491C66B4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E04BBE-7B02-42BE-BD2E-701C50CCB2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B8C23D-B2B7-4EA9-8CF3-49A2039C1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F19128-8A07-4674-9FAA-EFC2F9C53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96E5D-DF47-438F-AB42-09918313A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645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A8D336-0A7B-48B1-9B30-F3BE17D88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21FB1D-F9B9-417D-9DF5-C9C2839DB5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265AD9-A427-4DF2-B2E4-7BB909E7FE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FAEE99-BDB4-4A2A-B2E9-74B86D049DCB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704746-4729-4FC3-8B13-76FD21E870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EBA287-10D9-4DEF-BEE5-1983998D6D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390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C2D02B6-1145-4799-99DB-44CD02686498}"/>
              </a:ext>
            </a:extLst>
          </p:cNvPr>
          <p:cNvSpPr txBox="1"/>
          <p:nvPr/>
        </p:nvSpPr>
        <p:spPr>
          <a:xfrm>
            <a:off x="3309660" y="406400"/>
            <a:ext cx="55726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Identify</a:t>
            </a:r>
            <a:r>
              <a:rPr lang="en-US" sz="2400" dirty="0"/>
              <a:t> root components of website below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A1E41E-2407-443F-A384-76DD9D2043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441" y="1530821"/>
            <a:ext cx="10128738" cy="4450506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718043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A40EDAD-2666-2AD8-4C2D-7D8783D6D02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2311" y="1082246"/>
            <a:ext cx="8151961" cy="445050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58F1CAC-E3BC-5104-C0DA-1E0A346CC43E}"/>
              </a:ext>
            </a:extLst>
          </p:cNvPr>
          <p:cNvSpPr/>
          <p:nvPr/>
        </p:nvSpPr>
        <p:spPr>
          <a:xfrm>
            <a:off x="362311" y="1082247"/>
            <a:ext cx="8151960" cy="413178"/>
          </a:xfrm>
          <a:prstGeom prst="rect">
            <a:avLst/>
          </a:prstGeom>
          <a:noFill/>
          <a:ln w="28575">
            <a:solidFill>
              <a:srgbClr val="FF0000"/>
            </a:solidFill>
            <a:prstDash val="lgDash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2A52D6-2BBC-3660-1D2E-9FBF57A13568}"/>
              </a:ext>
            </a:extLst>
          </p:cNvPr>
          <p:cNvSpPr/>
          <p:nvPr/>
        </p:nvSpPr>
        <p:spPr>
          <a:xfrm>
            <a:off x="362311" y="1568022"/>
            <a:ext cx="8151960" cy="3964729"/>
          </a:xfrm>
          <a:prstGeom prst="rect">
            <a:avLst/>
          </a:prstGeom>
          <a:noFill/>
          <a:ln w="28575">
            <a:solidFill>
              <a:srgbClr val="FF0000"/>
            </a:solidFill>
            <a:prstDash val="lgDash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0041482-B7AB-2DE0-D21F-8CD784A711A4}"/>
              </a:ext>
            </a:extLst>
          </p:cNvPr>
          <p:cNvSpPr/>
          <p:nvPr/>
        </p:nvSpPr>
        <p:spPr>
          <a:xfrm>
            <a:off x="8972550" y="1082246"/>
            <a:ext cx="3057525" cy="485776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413110-EE49-D60D-8773-B4C51C3344B8}"/>
              </a:ext>
            </a:extLst>
          </p:cNvPr>
          <p:cNvSpPr/>
          <p:nvPr/>
        </p:nvSpPr>
        <p:spPr>
          <a:xfrm>
            <a:off x="8972550" y="1568022"/>
            <a:ext cx="3057525" cy="39647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F866D4-1316-F785-4430-D65128CB4FBC}"/>
              </a:ext>
            </a:extLst>
          </p:cNvPr>
          <p:cNvSpPr txBox="1"/>
          <p:nvPr/>
        </p:nvSpPr>
        <p:spPr>
          <a:xfrm>
            <a:off x="9077325" y="1150335"/>
            <a:ext cx="2847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Flex:0      Header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B3C835-3861-FDD9-407E-27FEC554B2B2}"/>
              </a:ext>
            </a:extLst>
          </p:cNvPr>
          <p:cNvSpPr txBox="1"/>
          <p:nvPr/>
        </p:nvSpPr>
        <p:spPr>
          <a:xfrm>
            <a:off x="9077324" y="1684466"/>
            <a:ext cx="2847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Flex:1       Main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CB5C72-03DC-6EF8-ECF4-0805C7F35AE8}"/>
              </a:ext>
            </a:extLst>
          </p:cNvPr>
          <p:cNvSpPr txBox="1"/>
          <p:nvPr/>
        </p:nvSpPr>
        <p:spPr>
          <a:xfrm>
            <a:off x="8972550" y="470026"/>
            <a:ext cx="289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Flow-Direction: Column</a:t>
            </a:r>
          </a:p>
        </p:txBody>
      </p:sp>
    </p:spTree>
    <p:extLst>
      <p:ext uri="{BB962C8B-B14F-4D97-AF65-F5344CB8AC3E}">
        <p14:creationId xmlns:p14="http://schemas.microsoft.com/office/powerpoint/2010/main" val="5350993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3D7D4-F3F1-CB02-052A-AC2572C28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06BD0A2-D421-EF3D-10C9-35B8A8F9871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-40000"/>
                    </a14:imgEffect>
                  </a14:imgLayer>
                </a14:imgProps>
              </a:ext>
            </a:extLst>
          </a:blip>
          <a:srcRect b="90171"/>
          <a:stretch/>
        </p:blipFill>
        <p:spPr>
          <a:xfrm>
            <a:off x="362310" y="1487532"/>
            <a:ext cx="11160426" cy="60222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559B7A4-C968-97E9-D86A-C49CB9431E7A}"/>
              </a:ext>
            </a:extLst>
          </p:cNvPr>
          <p:cNvSpPr/>
          <p:nvPr/>
        </p:nvSpPr>
        <p:spPr>
          <a:xfrm>
            <a:off x="362310" y="1476632"/>
            <a:ext cx="4084840" cy="602220"/>
          </a:xfrm>
          <a:prstGeom prst="rect">
            <a:avLst/>
          </a:prstGeom>
          <a:noFill/>
          <a:ln w="28575">
            <a:solidFill>
              <a:srgbClr val="FF0000"/>
            </a:solidFill>
            <a:prstDash val="lgDash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B41C31-B062-42CF-3C17-D2443F29E8F2}"/>
              </a:ext>
            </a:extLst>
          </p:cNvPr>
          <p:cNvSpPr/>
          <p:nvPr/>
        </p:nvSpPr>
        <p:spPr>
          <a:xfrm>
            <a:off x="362309" y="2943224"/>
            <a:ext cx="4173381" cy="485776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403B2D-F7DF-991F-DD4B-C0176576FA45}"/>
              </a:ext>
            </a:extLst>
          </p:cNvPr>
          <p:cNvSpPr txBox="1"/>
          <p:nvPr/>
        </p:nvSpPr>
        <p:spPr>
          <a:xfrm>
            <a:off x="467083" y="3016163"/>
            <a:ext cx="2847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Flex:1      </a:t>
            </a:r>
            <a:r>
              <a:rPr lang="en-US" dirty="0" err="1"/>
              <a:t>Leftside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AE1552B-824C-AA0F-AB1E-B045F7526EE7}"/>
              </a:ext>
            </a:extLst>
          </p:cNvPr>
          <p:cNvSpPr/>
          <p:nvPr/>
        </p:nvSpPr>
        <p:spPr>
          <a:xfrm>
            <a:off x="4535691" y="1476633"/>
            <a:ext cx="2634118" cy="602219"/>
          </a:xfrm>
          <a:prstGeom prst="rect">
            <a:avLst/>
          </a:prstGeom>
          <a:noFill/>
          <a:ln w="28575">
            <a:solidFill>
              <a:srgbClr val="FF0000"/>
            </a:solidFill>
            <a:prstDash val="lgDash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302356-AA03-F1AC-9680-B057B779D093}"/>
              </a:ext>
            </a:extLst>
          </p:cNvPr>
          <p:cNvSpPr/>
          <p:nvPr/>
        </p:nvSpPr>
        <p:spPr>
          <a:xfrm>
            <a:off x="7258350" y="1476634"/>
            <a:ext cx="4314826" cy="602219"/>
          </a:xfrm>
          <a:prstGeom prst="rect">
            <a:avLst/>
          </a:prstGeom>
          <a:noFill/>
          <a:ln w="28575">
            <a:solidFill>
              <a:srgbClr val="FF0000"/>
            </a:solidFill>
            <a:prstDash val="lgDash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A6BD4A-AE03-D0C6-1525-62E69828A1E6}"/>
              </a:ext>
            </a:extLst>
          </p:cNvPr>
          <p:cNvSpPr/>
          <p:nvPr/>
        </p:nvSpPr>
        <p:spPr>
          <a:xfrm>
            <a:off x="4535690" y="2943224"/>
            <a:ext cx="2682162" cy="485776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8E8E27-AF16-ED9A-C5A2-23C7F73BDB58}"/>
              </a:ext>
            </a:extLst>
          </p:cNvPr>
          <p:cNvSpPr txBox="1"/>
          <p:nvPr/>
        </p:nvSpPr>
        <p:spPr>
          <a:xfrm>
            <a:off x="4612201" y="2979180"/>
            <a:ext cx="26461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Flex:0      Center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9C91E8D-2B76-4A4A-DC7E-66FE4CA0E3D0}"/>
              </a:ext>
            </a:extLst>
          </p:cNvPr>
          <p:cNvSpPr/>
          <p:nvPr/>
        </p:nvSpPr>
        <p:spPr>
          <a:xfrm>
            <a:off x="7207910" y="2943224"/>
            <a:ext cx="4314826" cy="485776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02905D-90D8-855A-1DCA-5A63B3556E3B}"/>
              </a:ext>
            </a:extLst>
          </p:cNvPr>
          <p:cNvSpPr txBox="1"/>
          <p:nvPr/>
        </p:nvSpPr>
        <p:spPr>
          <a:xfrm>
            <a:off x="8208394" y="3016163"/>
            <a:ext cx="2847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Flex:1      </a:t>
            </a:r>
            <a:r>
              <a:rPr lang="en-US" dirty="0" err="1"/>
              <a:t>Rightside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3EB1852-9996-A760-FF15-1716004B4F46}"/>
              </a:ext>
            </a:extLst>
          </p:cNvPr>
          <p:cNvSpPr txBox="1"/>
          <p:nvPr/>
        </p:nvSpPr>
        <p:spPr>
          <a:xfrm>
            <a:off x="257175" y="2521806"/>
            <a:ext cx="289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Flow-Direction: Row</a:t>
            </a:r>
          </a:p>
        </p:txBody>
      </p:sp>
    </p:spTree>
    <p:extLst>
      <p:ext uri="{BB962C8B-B14F-4D97-AF65-F5344CB8AC3E}">
        <p14:creationId xmlns:p14="http://schemas.microsoft.com/office/powerpoint/2010/main" val="873089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DB9D2-3139-538C-91A9-39E49F1AB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278EA91-3714-078F-516E-C5B7195B20D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-40000"/>
                    </a14:imgEffect>
                  </a14:imgLayer>
                </a14:imgProps>
              </a:ext>
            </a:extLst>
          </a:blip>
          <a:srcRect t="10915"/>
          <a:stretch/>
        </p:blipFill>
        <p:spPr>
          <a:xfrm>
            <a:off x="314505" y="1102710"/>
            <a:ext cx="8057789" cy="445050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005D7BA-0C93-7AF8-B073-FEA48C102C8D}"/>
              </a:ext>
            </a:extLst>
          </p:cNvPr>
          <p:cNvSpPr/>
          <p:nvPr/>
        </p:nvSpPr>
        <p:spPr>
          <a:xfrm>
            <a:off x="2238375" y="1082246"/>
            <a:ext cx="4210050" cy="1460929"/>
          </a:xfrm>
          <a:prstGeom prst="rect">
            <a:avLst/>
          </a:prstGeom>
          <a:noFill/>
          <a:ln w="28575">
            <a:solidFill>
              <a:srgbClr val="FF0000"/>
            </a:solidFill>
            <a:prstDash val="lgDash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DBCA89-802D-4A04-6E15-5D311EEF7A4A}"/>
              </a:ext>
            </a:extLst>
          </p:cNvPr>
          <p:cNvSpPr/>
          <p:nvPr/>
        </p:nvSpPr>
        <p:spPr>
          <a:xfrm>
            <a:off x="8972550" y="1082246"/>
            <a:ext cx="3057525" cy="146092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0B63AFC-3405-F94A-401F-A9857815B3D5}"/>
              </a:ext>
            </a:extLst>
          </p:cNvPr>
          <p:cNvSpPr/>
          <p:nvPr/>
        </p:nvSpPr>
        <p:spPr>
          <a:xfrm>
            <a:off x="8972550" y="2543175"/>
            <a:ext cx="3057525" cy="29895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43684B-FC85-3A03-42F4-77ADEA8F9A5B}"/>
              </a:ext>
            </a:extLst>
          </p:cNvPr>
          <p:cNvSpPr txBox="1"/>
          <p:nvPr/>
        </p:nvSpPr>
        <p:spPr>
          <a:xfrm>
            <a:off x="9077325" y="1150335"/>
            <a:ext cx="2847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Flex:0      Banner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08FA1D-6C8C-77E2-7F4E-27ABD74CD566}"/>
              </a:ext>
            </a:extLst>
          </p:cNvPr>
          <p:cNvSpPr txBox="1"/>
          <p:nvPr/>
        </p:nvSpPr>
        <p:spPr>
          <a:xfrm>
            <a:off x="9077325" y="2698535"/>
            <a:ext cx="2847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Flex:1       Content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63FC73-BF61-77FC-CCC5-D208C032C50B}"/>
              </a:ext>
            </a:extLst>
          </p:cNvPr>
          <p:cNvSpPr/>
          <p:nvPr/>
        </p:nvSpPr>
        <p:spPr>
          <a:xfrm>
            <a:off x="2238374" y="2698535"/>
            <a:ext cx="4210050" cy="2834216"/>
          </a:xfrm>
          <a:prstGeom prst="rect">
            <a:avLst/>
          </a:prstGeom>
          <a:noFill/>
          <a:ln w="28575">
            <a:solidFill>
              <a:srgbClr val="FF0000"/>
            </a:solidFill>
            <a:prstDash val="lgDash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331506-7480-8A3E-FB12-89199CEEE16E}"/>
              </a:ext>
            </a:extLst>
          </p:cNvPr>
          <p:cNvSpPr txBox="1"/>
          <p:nvPr/>
        </p:nvSpPr>
        <p:spPr>
          <a:xfrm>
            <a:off x="8791575" y="596337"/>
            <a:ext cx="289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Flow-Direction: Column</a:t>
            </a:r>
          </a:p>
        </p:txBody>
      </p:sp>
    </p:spTree>
    <p:extLst>
      <p:ext uri="{BB962C8B-B14F-4D97-AF65-F5344CB8AC3E}">
        <p14:creationId xmlns:p14="http://schemas.microsoft.com/office/powerpoint/2010/main" val="12336309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448DA-E8F4-E557-7BD6-D4EE18645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E4CBEEC-249E-DD9C-8472-B135A2AC927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-40000"/>
                    </a14:imgEffect>
                  </a14:imgLayer>
                </a14:imgProps>
              </a:ext>
            </a:extLst>
          </a:blip>
          <a:srcRect t="42858"/>
          <a:stretch/>
        </p:blipFill>
        <p:spPr>
          <a:xfrm>
            <a:off x="428351" y="86249"/>
            <a:ext cx="8057789" cy="285468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C757354-62C0-F8D7-D9D1-B715A53B32B1}"/>
              </a:ext>
            </a:extLst>
          </p:cNvPr>
          <p:cNvSpPr/>
          <p:nvPr/>
        </p:nvSpPr>
        <p:spPr>
          <a:xfrm>
            <a:off x="2143760" y="3658873"/>
            <a:ext cx="1085215" cy="298957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B79C6C1-5A99-F802-C6C6-A6AAAECF23EB}"/>
              </a:ext>
            </a:extLst>
          </p:cNvPr>
          <p:cNvSpPr/>
          <p:nvPr/>
        </p:nvSpPr>
        <p:spPr>
          <a:xfrm>
            <a:off x="3228975" y="3658874"/>
            <a:ext cx="3409950" cy="29895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6DFBC9-1B58-4F69-F909-D76B898D8293}"/>
              </a:ext>
            </a:extLst>
          </p:cNvPr>
          <p:cNvSpPr txBox="1"/>
          <p:nvPr/>
        </p:nvSpPr>
        <p:spPr>
          <a:xfrm>
            <a:off x="2143760" y="3711688"/>
            <a:ext cx="10852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Flex:0</a:t>
            </a:r>
          </a:p>
          <a:p>
            <a:r>
              <a:rPr lang="en-US" dirty="0"/>
              <a:t>      Summary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ECAC47-0DB5-F382-08C1-FD3F28FF52F0}"/>
              </a:ext>
            </a:extLst>
          </p:cNvPr>
          <p:cNvSpPr txBox="1"/>
          <p:nvPr/>
        </p:nvSpPr>
        <p:spPr>
          <a:xfrm>
            <a:off x="3320414" y="3711688"/>
            <a:ext cx="2847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Flex:1       Messages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304EBB-3742-5A53-9DB4-809C060B28C9}"/>
              </a:ext>
            </a:extLst>
          </p:cNvPr>
          <p:cNvSpPr/>
          <p:nvPr/>
        </p:nvSpPr>
        <p:spPr>
          <a:xfrm>
            <a:off x="2200275" y="74687"/>
            <a:ext cx="809625" cy="2834216"/>
          </a:xfrm>
          <a:prstGeom prst="rect">
            <a:avLst/>
          </a:prstGeom>
          <a:noFill/>
          <a:ln w="28575">
            <a:solidFill>
              <a:srgbClr val="FF0000"/>
            </a:solidFill>
            <a:prstDash val="lgDash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AA9094-7878-0756-25E2-3B27CF2CA674}"/>
              </a:ext>
            </a:extLst>
          </p:cNvPr>
          <p:cNvSpPr/>
          <p:nvPr/>
        </p:nvSpPr>
        <p:spPr>
          <a:xfrm>
            <a:off x="3114675" y="74687"/>
            <a:ext cx="3409950" cy="2834216"/>
          </a:xfrm>
          <a:prstGeom prst="rect">
            <a:avLst/>
          </a:prstGeom>
          <a:noFill/>
          <a:ln w="28575">
            <a:solidFill>
              <a:srgbClr val="FF0000"/>
            </a:solidFill>
            <a:prstDash val="lgDash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986CDB-1931-B9DC-7D2E-A144989BEB41}"/>
              </a:ext>
            </a:extLst>
          </p:cNvPr>
          <p:cNvSpPr txBox="1"/>
          <p:nvPr/>
        </p:nvSpPr>
        <p:spPr>
          <a:xfrm>
            <a:off x="2134237" y="3199126"/>
            <a:ext cx="289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Flow-Direction: Column</a:t>
            </a:r>
          </a:p>
        </p:txBody>
      </p:sp>
    </p:spTree>
    <p:extLst>
      <p:ext uri="{BB962C8B-B14F-4D97-AF65-F5344CB8AC3E}">
        <p14:creationId xmlns:p14="http://schemas.microsoft.com/office/powerpoint/2010/main" val="1673754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E32FE-8194-010C-2271-B293C5BBE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78147B0-A4F4-3C38-5966-D30539F4D45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-40000"/>
                    </a14:imgEffect>
                  </a14:imgLayer>
                </a14:imgProps>
              </a:ext>
            </a:extLst>
          </a:blip>
          <a:srcRect l="33790" t="42858" r="23892"/>
          <a:stretch/>
        </p:blipFill>
        <p:spPr>
          <a:xfrm>
            <a:off x="2066925" y="1046462"/>
            <a:ext cx="3409951" cy="277238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BAEEB4F-8B1A-1EEC-6162-D2C750D0448E}"/>
              </a:ext>
            </a:extLst>
          </p:cNvPr>
          <p:cNvSpPr/>
          <p:nvPr/>
        </p:nvSpPr>
        <p:spPr>
          <a:xfrm>
            <a:off x="6851013" y="1046463"/>
            <a:ext cx="3997962" cy="521832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69E638-94D6-7C15-F867-3C08E80D4704}"/>
              </a:ext>
            </a:extLst>
          </p:cNvPr>
          <p:cNvSpPr/>
          <p:nvPr/>
        </p:nvSpPr>
        <p:spPr>
          <a:xfrm>
            <a:off x="6851012" y="1568295"/>
            <a:ext cx="3997961" cy="22505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AA5CE9-69C3-D0B2-B28A-077A3AE9922B}"/>
              </a:ext>
            </a:extLst>
          </p:cNvPr>
          <p:cNvSpPr txBox="1"/>
          <p:nvPr/>
        </p:nvSpPr>
        <p:spPr>
          <a:xfrm>
            <a:off x="6963409" y="1046462"/>
            <a:ext cx="3275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Flex:0      Send-Message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C87E43-5F0B-A608-E17D-0F6ED612C6FB}"/>
              </a:ext>
            </a:extLst>
          </p:cNvPr>
          <p:cNvSpPr txBox="1"/>
          <p:nvPr/>
        </p:nvSpPr>
        <p:spPr>
          <a:xfrm>
            <a:off x="6942452" y="2022607"/>
            <a:ext cx="3339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Flex:1       Past-Messages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426EF5-A604-036D-FDF2-13D30775DBF6}"/>
              </a:ext>
            </a:extLst>
          </p:cNvPr>
          <p:cNvSpPr/>
          <p:nvPr/>
        </p:nvSpPr>
        <p:spPr>
          <a:xfrm>
            <a:off x="2066926" y="1046462"/>
            <a:ext cx="3409950" cy="419329"/>
          </a:xfrm>
          <a:prstGeom prst="rect">
            <a:avLst/>
          </a:prstGeom>
          <a:noFill/>
          <a:ln w="28575">
            <a:solidFill>
              <a:srgbClr val="FF0000"/>
            </a:solidFill>
            <a:prstDash val="lgDash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A559E6-5F3C-BFE7-3382-79348CFEF381}"/>
              </a:ext>
            </a:extLst>
          </p:cNvPr>
          <p:cNvSpPr/>
          <p:nvPr/>
        </p:nvSpPr>
        <p:spPr>
          <a:xfrm>
            <a:off x="2066926" y="1568295"/>
            <a:ext cx="3409950" cy="2250552"/>
          </a:xfrm>
          <a:prstGeom prst="rect">
            <a:avLst/>
          </a:prstGeom>
          <a:noFill/>
          <a:ln w="28575">
            <a:solidFill>
              <a:srgbClr val="FF0000"/>
            </a:solidFill>
            <a:prstDash val="lgDash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A589A5-04FE-B882-FDEB-646E27EE0566}"/>
              </a:ext>
            </a:extLst>
          </p:cNvPr>
          <p:cNvSpPr txBox="1"/>
          <p:nvPr/>
        </p:nvSpPr>
        <p:spPr>
          <a:xfrm>
            <a:off x="6851012" y="592150"/>
            <a:ext cx="289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Flow-Direction: Column</a:t>
            </a:r>
          </a:p>
        </p:txBody>
      </p:sp>
    </p:spTree>
    <p:extLst>
      <p:ext uri="{BB962C8B-B14F-4D97-AF65-F5344CB8AC3E}">
        <p14:creationId xmlns:p14="http://schemas.microsoft.com/office/powerpoint/2010/main" val="25029683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375</TotalTime>
  <Words>66</Words>
  <Application>Microsoft Office PowerPoint</Application>
  <PresentationFormat>Widescreen</PresentationFormat>
  <Paragraphs>18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Ronan Ogor</dc:creator>
  <cp:lastModifiedBy>THAI Chansothymon</cp:lastModifiedBy>
  <cp:revision>2</cp:revision>
  <dcterms:created xsi:type="dcterms:W3CDTF">2024-08-04T11:27:57Z</dcterms:created>
  <dcterms:modified xsi:type="dcterms:W3CDTF">2025-11-01T12:27:34Z</dcterms:modified>
</cp:coreProperties>
</file>